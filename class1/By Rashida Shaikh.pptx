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embeddedFontLst>
    <p:embeddedFont>
      <p:font typeface="Alexandria" panose="020B0604020202020204" charset="-78"/>
      <p:regular r:id="rId8"/>
    </p:embeddedFont>
    <p:embeddedFont>
      <p:font typeface="Alexandria Bold" panose="020B0604020202020204" charset="-78"/>
      <p:regular r:id="rId9"/>
    </p:embeddedFon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Garet" panose="020B0604020202020204" charset="0"/>
      <p:regular r:id="rId14"/>
    </p:embeddedFont>
    <p:embeddedFont>
      <p:font typeface="Garet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59" autoAdjust="0"/>
    <p:restoredTop sz="86491" autoAdjust="0"/>
  </p:normalViewPr>
  <p:slideViewPr>
    <p:cSldViewPr>
      <p:cViewPr varScale="1">
        <p:scale>
          <a:sx n="42" d="100"/>
          <a:sy n="42" d="100"/>
        </p:scale>
        <p:origin x="40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2DE96D-4626-48BD-BDC6-19F03FA55B3D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4C8CE6-3BBD-4CCC-87A9-D43504DDED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7555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4C8CE6-3BBD-4CCC-87A9-D43504DDED4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692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668325" y="3703311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PRESENTATION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062982" y="5582772"/>
            <a:ext cx="10162036" cy="7723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56"/>
              </a:lnSpc>
              <a:spcBef>
                <a:spcPct val="0"/>
              </a:spcBef>
            </a:pPr>
            <a:r>
              <a:rPr lang="en-US" sz="44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Rashida Shaikh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135857" y="2567666"/>
            <a:ext cx="12766730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WHAT IS LLM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443857" y="4106663"/>
            <a:ext cx="12123832" cy="30583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66"/>
              </a:lnSpc>
              <a:spcBef>
                <a:spcPct val="0"/>
              </a:spcBef>
            </a:pPr>
            <a:r>
              <a:rPr lang="en-US" sz="3476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 Large Language Model (LLM) is an artificial intelligence system trained on huge amounts of text data to understand and generate human-like language. Examples include GPT-5, GPT-4, Claude, and Gemini.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2410504"/>
            <a:ext cx="10467971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48"/>
              </a:lnSpc>
            </a:pPr>
            <a:r>
              <a:rPr lang="en-US" sz="8177" b="1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HOW LLM WORKS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716029" y="42310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716029" y="6288406"/>
            <a:ext cx="1204169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id="6" name="Freeform 6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7" name="AutoShape 7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TextBox 8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767798" y="4206251"/>
            <a:ext cx="11400286" cy="157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8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Learn from lots of text</a:t>
            </a:r>
          </a:p>
          <a:p>
            <a:pPr algn="l">
              <a:lnSpc>
                <a:spcPts val="4156"/>
              </a:lnSpc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model is trained on books, articles, and websites.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This helps it learn how people use words and sentences.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767798" y="6355081"/>
            <a:ext cx="11400286" cy="1553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6"/>
              </a:lnSpc>
            </a:pPr>
            <a:r>
              <a:rPr lang="en-US" sz="29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Break text into small pieces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The text is split into tiny parts (called tokens) — like words or parts of words</a:t>
            </a:r>
            <a:r>
              <a:rPr lang="en-US" sz="2968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171685" y="1285452"/>
            <a:ext cx="12042572" cy="30868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29"/>
              </a:lnSpc>
            </a:pPr>
            <a:r>
              <a:rPr lang="en-US" sz="3021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Find patterns</a:t>
            </a:r>
          </a:p>
          <a:p>
            <a:pPr algn="l">
              <a:lnSpc>
                <a:spcPts val="4091"/>
              </a:lnSpc>
            </a:pPr>
            <a:r>
              <a:rPr lang="en-US" sz="292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 The model looks at how words appear together and learns patterns — for example:</a:t>
            </a:r>
          </a:p>
          <a:p>
            <a:pPr marL="630989" lvl="1" indent="-315495" algn="l">
              <a:lnSpc>
                <a:spcPts val="4091"/>
              </a:lnSpc>
              <a:buFont typeface="Arial"/>
              <a:buChar char="•"/>
            </a:pPr>
            <a:r>
              <a:rPr lang="en-US" sz="292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“The sky is…” → often followed by “blue.”</a:t>
            </a:r>
          </a:p>
          <a:p>
            <a:pPr marL="630989" lvl="1" indent="-315495" algn="l">
              <a:lnSpc>
                <a:spcPts val="4091"/>
              </a:lnSpc>
              <a:spcBef>
                <a:spcPct val="0"/>
              </a:spcBef>
              <a:buFont typeface="Arial"/>
              <a:buChar char="•"/>
            </a:pPr>
            <a:r>
              <a:rPr lang="en-US" sz="2922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“I want to eat…” → often followed by “pizza,” “food,” etc</a:t>
            </a:r>
          </a:p>
          <a:p>
            <a:pPr algn="l">
              <a:lnSpc>
                <a:spcPts val="4091"/>
              </a:lnSpc>
              <a:spcBef>
                <a:spcPct val="0"/>
              </a:spcBef>
            </a:pPr>
            <a:endParaRPr lang="en-US" sz="2922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4171685" y="4275364"/>
            <a:ext cx="11400286" cy="157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8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Guess the next word;-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When you ask a question, the model predicts one word at a time based on what makes the most sense.</a:t>
            </a:r>
          </a:p>
        </p:txBody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71236" y="1121501"/>
            <a:ext cx="1455655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58879" y="4094090"/>
            <a:ext cx="1455655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4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668404" y="6160835"/>
            <a:ext cx="1455655" cy="108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3F3D3E"/>
                </a:solidFill>
                <a:latin typeface="Alexandria"/>
                <a:ea typeface="Alexandria"/>
                <a:cs typeface="Alexandria"/>
                <a:sym typeface="Alexandria"/>
              </a:rPr>
              <a:t>5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26892" y="6065585"/>
            <a:ext cx="11400286" cy="157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96"/>
              </a:lnSpc>
            </a:pPr>
            <a:r>
              <a:rPr lang="en-US" sz="3068" b="1" u="sng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Form complete sentences</a:t>
            </a:r>
          </a:p>
          <a:p>
            <a:pPr algn="l">
              <a:lnSpc>
                <a:spcPts val="4156"/>
              </a:lnSpc>
              <a:spcBef>
                <a:spcPct val="0"/>
              </a:spcBef>
            </a:pPr>
            <a:r>
              <a:rPr lang="en-US" sz="2968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By predicting many words in a row, it can write full sentences, paragraphs, or even essays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9E9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AutoShape 4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3493371" y="2318185"/>
            <a:ext cx="11917260" cy="5650629"/>
          </a:xfrm>
          <a:custGeom>
            <a:avLst/>
            <a:gdLst/>
            <a:ahLst/>
            <a:cxnLst/>
            <a:rect l="l" t="t" r="r" b="b"/>
            <a:pathLst>
              <a:path w="11917260" h="5650629">
                <a:moveTo>
                  <a:pt x="0" y="0"/>
                </a:moveTo>
                <a:lnTo>
                  <a:pt x="11917259" y="0"/>
                </a:lnTo>
                <a:lnTo>
                  <a:pt x="11917259" y="5650630"/>
                </a:lnTo>
                <a:lnTo>
                  <a:pt x="0" y="565063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2725" b="-2725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208</Words>
  <Application>Microsoft Office PowerPoint</Application>
  <PresentationFormat>Custom</PresentationFormat>
  <Paragraphs>28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Alexandria</vt:lpstr>
      <vt:lpstr>Arial</vt:lpstr>
      <vt:lpstr>Calibri</vt:lpstr>
      <vt:lpstr>Alexandria Bold</vt:lpstr>
      <vt:lpstr>Garet Bold</vt:lpstr>
      <vt:lpstr>Garet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By Rashida Shaikh</dc:title>
  <cp:lastModifiedBy>DELL</cp:lastModifiedBy>
  <cp:revision>1</cp:revision>
  <dcterms:created xsi:type="dcterms:W3CDTF">2006-08-16T00:00:00Z</dcterms:created>
  <dcterms:modified xsi:type="dcterms:W3CDTF">2025-11-04T15:39:40Z</dcterms:modified>
  <dc:identifier>DAG3qAW6HY0</dc:identifier>
</cp:coreProperties>
</file>