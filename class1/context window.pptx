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Garet Bold" charset="1" panose="00000000000000000000"/>
      <p:regular r:id="rId9"/>
    </p:embeddedFont>
    <p:embeddedFont>
      <p:font typeface="Garet" charset="1" panose="00000000000000000000"/>
      <p:regular r:id="rId10"/>
    </p:embeddedFont>
    <p:embeddedFont>
      <p:font typeface="Poppins" charset="1" panose="000005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t="0" r="-2479" b="-184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4823" y="-898106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9983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15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2613" y="3293713"/>
            <a:ext cx="12002775" cy="142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42"/>
              </a:lnSpc>
              <a:spcBef>
                <a:spcPct val="0"/>
              </a:spcBef>
            </a:pPr>
            <a:r>
              <a:rPr lang="en-US" b="true" sz="8315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CONTEXT WINDOW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93898" y="5373864"/>
            <a:ext cx="6648304" cy="44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sz="2662" spc="213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6459" y="9210675"/>
            <a:ext cx="1131703" cy="38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2025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7384997">
            <a:off x="-594215" y="-1991275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7" y="0"/>
                </a:lnTo>
                <a:lnTo>
                  <a:pt x="4404437" y="5655777"/>
                </a:lnTo>
                <a:lnTo>
                  <a:pt x="0" y="5655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3524" y="445880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1827" y="3081466"/>
            <a:ext cx="1193201" cy="945883"/>
          </a:xfrm>
          <a:custGeom>
            <a:avLst/>
            <a:gdLst/>
            <a:ahLst/>
            <a:cxnLst/>
            <a:rect r="r" b="b" t="t" l="l"/>
            <a:pathLst>
              <a:path h="945883" w="1193201">
                <a:moveTo>
                  <a:pt x="0" y="0"/>
                </a:moveTo>
                <a:lnTo>
                  <a:pt x="1193202" y="0"/>
                </a:lnTo>
                <a:lnTo>
                  <a:pt x="1193202" y="945884"/>
                </a:lnTo>
                <a:lnTo>
                  <a:pt x="0" y="945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46147" y="2929066"/>
            <a:ext cx="6295768" cy="13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Defination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6147" y="4411178"/>
            <a:ext cx="9992178" cy="283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27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 context window refers to the portion of text or information that a language model (like GPT-5) can read, understand, and use at one time to generate relevant responses. It represents the model's short-term memory during a conversation or text generation process.</a:t>
            </a:r>
          </a:p>
        </p:txBody>
      </p:sp>
      <p:sp>
        <p:nvSpPr>
          <p:cNvPr name="TextBox 10" id="10"/>
          <p:cNvSpPr txBox="true"/>
          <p:nvPr/>
        </p:nvSpPr>
        <p:spPr>
          <a:xfrm rot="5400000">
            <a:off x="16912965" y="406573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19425" y="2155012"/>
            <a:ext cx="7586274" cy="6130977"/>
          </a:xfrm>
          <a:custGeom>
            <a:avLst/>
            <a:gdLst/>
            <a:ahLst/>
            <a:cxnLst/>
            <a:rect r="r" b="b" t="t" l="l"/>
            <a:pathLst>
              <a:path h="6130977" w="7586274">
                <a:moveTo>
                  <a:pt x="0" y="0"/>
                </a:moveTo>
                <a:lnTo>
                  <a:pt x="7586275" y="0"/>
                </a:lnTo>
                <a:lnTo>
                  <a:pt x="7586275" y="6130976"/>
                </a:lnTo>
                <a:lnTo>
                  <a:pt x="0" y="6130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71" t="-2256" r="0" b="-2256"/>
            </a:stretch>
          </a:blipFill>
        </p:spPr>
      </p:sp>
      <p:sp>
        <p:nvSpPr>
          <p:cNvPr name="TextBox 7" id="7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2327" y="1812112"/>
            <a:ext cx="7559063" cy="1011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2"/>
              </a:lnSpc>
              <a:spcBef>
                <a:spcPct val="0"/>
              </a:spcBef>
            </a:pPr>
            <a:r>
              <a:rPr lang="en-US" sz="5930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Context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93954"/>
            <a:ext cx="8490725" cy="382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  <a:spcBef>
                <a:spcPct val="0"/>
              </a:spcBef>
            </a:pPr>
            <a:r>
              <a:rPr lang="en-US" sz="241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 context window diagram can be either a system context diagram showing a single process and its external data flows or an AI context window diagram illustrating how a model uses tokens as "working memory". A system context diagram uses a central box for the system and arrows to external entities like users and other systems, as seen in examples like an attendance reporting system or a hotel reservation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DAG3qVvvEgg</dc:identifier>
  <dcterms:modified xsi:type="dcterms:W3CDTF">2011-08-01T06:04:30Z</dcterms:modified>
  <cp:revision>1</cp:revision>
  <dc:title>context window</dc:title>
</cp:coreProperties>
</file>